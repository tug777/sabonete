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1" roundtripDataSignature="AMtx7miDZbqnCL9ELlDHPTgrH7xTWTpF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dffc6e14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1dffc6e14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dffc6e142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dffc6e14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dffc6e142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dffc6e142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dffc6e142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dffc6e142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ffc6e142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ffc6e142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 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724425" y="546625"/>
            <a:ext cx="76952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dffc6e1424_0_0"/>
          <p:cNvSpPr txBox="1"/>
          <p:nvPr>
            <p:ph idx="1" type="body"/>
          </p:nvPr>
        </p:nvSpPr>
        <p:spPr>
          <a:xfrm>
            <a:off x="302009" y="252188"/>
            <a:ext cx="7425900" cy="27294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</a:rPr>
              <a:t>nome: luiz fernando da Silva e Guilherme Camargo 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</a:rPr>
              <a:t>serie:1 ano B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</a:rPr>
              <a:t>numero:21 e 11 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</a:rPr>
              <a:t>Porf: Aisson 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FF"/>
                </a:highlight>
              </a:rPr>
              <a:t>Tema : sabonete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dffc6e1424_0_10"/>
          <p:cNvSpPr txBox="1"/>
          <p:nvPr>
            <p:ph idx="1" type="body"/>
          </p:nvPr>
        </p:nvSpPr>
        <p:spPr>
          <a:xfrm>
            <a:off x="821927" y="1244852"/>
            <a:ext cx="7819500" cy="3140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FF"/>
                </a:highlight>
              </a:rPr>
              <a:t>Você sofre por falta  de higiene?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FF"/>
                </a:highlight>
              </a:rPr>
              <a:t>Seus problemas acabaram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FF"/>
                </a:highlight>
              </a:rPr>
              <a:t>Chegou agora o super sabonete soap protex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FF"/>
                </a:highlight>
              </a:rPr>
              <a:t>Que tem proteção para sua pele que dura 12 horas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FF"/>
                </a:highlight>
              </a:rPr>
              <a:t>Mata 99,9% das sua das bactérias e tem cheiro de flores.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dffc6e1424_0_15"/>
          <p:cNvSpPr txBox="1"/>
          <p:nvPr>
            <p:ph idx="1" type="body"/>
          </p:nvPr>
        </p:nvSpPr>
        <p:spPr>
          <a:xfrm>
            <a:off x="2076025" y="784450"/>
            <a:ext cx="5583300" cy="37959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FF"/>
                </a:highlight>
              </a:rPr>
              <a:t>O seu  sabonete é feito e  composto principalmente   a vegetal (óleos), além de álcalis e alguns aditivos complementares responsáveis pela fragrância e flores 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dffc6e1424_0_25"/>
          <p:cNvSpPr txBox="1"/>
          <p:nvPr/>
        </p:nvSpPr>
        <p:spPr>
          <a:xfrm>
            <a:off x="1032525" y="1110200"/>
            <a:ext cx="5664300" cy="3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Esse sabonete pode chegar a sua casa pela bagatela de apenas 4,95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 você levar 6 vc paga 5 e se lev</a:t>
            </a:r>
            <a:r>
              <a:rPr lang="pt-BR"/>
              <a:t>ar 10 ganha um shampoo para cachorros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Temos diversas fragrâncias como flores, morango, 🥥,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ffc6e1424_0_20"/>
          <p:cNvSpPr txBox="1"/>
          <p:nvPr>
            <p:ph type="title"/>
          </p:nvPr>
        </p:nvSpPr>
        <p:spPr>
          <a:xfrm>
            <a:off x="363875" y="191575"/>
            <a:ext cx="8520600" cy="49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g1dffc6e1424_0_20"/>
          <p:cNvPicPr preferRelativeResize="0"/>
          <p:nvPr/>
        </p:nvPicPr>
        <p:blipFill rotWithShape="1">
          <a:blip r:embed="rId3">
            <a:alphaModFix/>
          </a:blip>
          <a:srcRect b="0" l="0" r="0" t="8600"/>
          <a:stretch/>
        </p:blipFill>
        <p:spPr>
          <a:xfrm>
            <a:off x="-1944360" y="-7525044"/>
            <a:ext cx="12207576" cy="18359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Mariah Casséte</dc:creator>
</cp:coreProperties>
</file>